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Organic Bazar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Microservices-Based E-Commerce Platform</a:t>
            </a:r>
          </a:p>
          <a:p>
            <a:r>
              <a:t>PG-DAC March 2025</a:t>
            </a:r>
          </a:p>
          <a:p>
            <a:r>
              <a:t>By: Bhushan Sunil Sayankar &amp; Mayank Panbude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10160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Microservices-based e-commerce platform connecting farmers &amp; customers.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Backend: Spring Boot Microservices, Frontend: React JS.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Independent services for authentication, users, products, orders, payments.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Secure access for Admin, Farmer, and Customer using JWT.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Scalable, fault-tolerant, and sustainable.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10160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Digitally empower local organic farmers.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Provide direct customer access to chemical-free produce.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Eliminate middlemen for fair trade.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Showcase Microservices Architecture with Spring Boot &amp; React JS.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Promotes sustainability and technology-driven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10160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Microservices architecture using Spring Boot &amp; React JS.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Key services: Authentication, User, Product, Cart, Order, Payment.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API Gateway &amp; Eureka for service discovery.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JWT authentication &amp; role-based access.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MySQL database with entity relationships.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10160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User Management: Registration, Login, Profile Management.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Product Management: CRUD for products &amp; categories.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Cart &amp; Order: Add/remove items, track status.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Payment Gateway integration.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Admin: Manage users, categories, transactions.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Non-Functional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10160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Performance: 500+ concurrent users.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Security: Encrypted passwords, HTTPS, role-based access.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Reliability: 99.5% uptime, daily backups.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Scalability: Horizontal scaling with microservices.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Software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5747535" cy="2421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Frontend: React JS, Axios, Bootstrap/Tailwind CSS.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Backend: Spring Boot, Spring Cloud, Spring Security.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Database: MySQL with Hibernate/JPA.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Tools: </a:t>
            </a:r>
            <a:r>
              <a:rPr lang="en-US" dirty="0"/>
              <a:t>STS 4</a:t>
            </a:r>
            <a:r>
              <a:rPr dirty="0"/>
              <a:t>, VS Code, GitHub, Maven.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</a:t>
            </a:r>
            <a:r>
              <a:rPr lang="en-US" dirty="0"/>
              <a:t>Server</a:t>
            </a:r>
            <a:r>
              <a:rPr dirty="0"/>
              <a:t>: Apache Tomcat.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10160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AI-powered recommendations.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Blockchain for transparency &amp; traceability.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Advanced analytics for farmers &amp; sellers.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Multi-language &amp; currency support.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Subscription delivery &amp; IoT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10160000" cy="5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Bridges gap between farmers &amp; consumers.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Scalable, maintainable, secure platform.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Supports sustainable living &amp; fair trade.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t>• Future-ready for enhancements &amp;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</Words>
  <Application>Microsoft Office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Organic Bazar</vt:lpstr>
      <vt:lpstr>Abstract</vt:lpstr>
      <vt:lpstr>Purpose</vt:lpstr>
      <vt:lpstr>Proposed Methodology</vt:lpstr>
      <vt:lpstr>Functional Requirements</vt:lpstr>
      <vt:lpstr>Non-Functional Requirements</vt:lpstr>
      <vt:lpstr>Software Requirements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Mayank Panbude</cp:lastModifiedBy>
  <cp:revision>2</cp:revision>
  <dcterms:created xsi:type="dcterms:W3CDTF">2013-01-27T09:14:16Z</dcterms:created>
  <dcterms:modified xsi:type="dcterms:W3CDTF">2025-08-11T06:56:45Z</dcterms:modified>
  <cp:category/>
</cp:coreProperties>
</file>